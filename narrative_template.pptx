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62" r:id="rId4"/>
    <p:sldId id="3863" r:id="rId5"/>
    <p:sldId id="3866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3" autoAdjust="0"/>
    <p:restoredTop sz="90369" autoAdjust="0"/>
  </p:normalViewPr>
  <p:slideViewPr>
    <p:cSldViewPr snapToGrid="0">
      <p:cViewPr varScale="1">
        <p:scale>
          <a:sx n="148" d="100"/>
          <a:sy n="148" d="100"/>
        </p:scale>
        <p:origin x="4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64" Type="http://schemas.openxmlformats.org/officeDocument/2006/relationships/presProps" Target="presProps.xml"/><Relationship Id="rId6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CC1B1-2738-4F21-996A-EAEEE907C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AB0E85-3E6E-4DE1-A016-16E80E89A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1452B-0795-4628-8D0B-C663556D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7247-1167-42F3-924A-AB71605ACA14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6BB579-1201-4714-827C-433A865E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15BE8-BC68-4C54-827D-8F8533E6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37498-15A7-47C9-85AD-F0E3412A83EA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4BE6D4-B74B-4231-B638-FC5A201A0BCF}"/>
              </a:ext>
            </a:extLst>
          </p:cNvPr>
          <p:cNvGrpSpPr/>
          <p:nvPr userDrawn="1"/>
        </p:nvGrpSpPr>
        <p:grpSpPr>
          <a:xfrm>
            <a:off x="-1" y="0"/>
            <a:ext cx="12192001" cy="775063"/>
            <a:chOff x="-1" y="0"/>
            <a:chExt cx="12192001" cy="86621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1DAEF06-EC9F-4CFC-849D-5DF475CA6D6D}"/>
                </a:ext>
              </a:extLst>
            </p:cNvPr>
            <p:cNvSpPr/>
            <p:nvPr/>
          </p:nvSpPr>
          <p:spPr>
            <a:xfrm>
              <a:off x="-1" y="91149"/>
              <a:ext cx="12192000" cy="77506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5BBF8C-3F65-446D-BD9D-01C7175DD54D}"/>
                </a:ext>
              </a:extLst>
            </p:cNvPr>
            <p:cNvSpPr/>
            <p:nvPr/>
          </p:nvSpPr>
          <p:spPr>
            <a:xfrm>
              <a:off x="0" y="0"/>
              <a:ext cx="12192000" cy="7750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3086946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555082-7D9A-43B1-AD85-78E6BA05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6E83C7-30AA-421B-A553-676E0446C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6A3C7-406C-43CC-82B3-EDC71A18E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C9AE-DFCB-4137-AEFD-AE581361ABAF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E56081-A429-4FF1-86DA-B46CBAB19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47991D-1C00-4E16-99DB-AC79F1B67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37498-15A7-47C9-85AD-F0E3412A8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99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emf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emf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emf" /><Relationship Id="rId1" Type="http://schemas.openxmlformats.org/officeDocument/2006/relationships/slideLayout" Target="../slideLayouts/slideLayout1.xml" 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0CD709-8FF2-4DD7-933C-59DF29F07226}"/>
              </a:ext>
            </a:extLst>
          </p:cNvPr>
          <p:cNvSpPr/>
          <p:nvPr/>
        </p:nvSpPr>
        <p:spPr>
          <a:xfrm>
            <a:off x="53834" y="132821"/>
            <a:ext cx="10935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실적 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5A531-A592-4708-9138-2D22C94CA09F}"/>
              </a:ext>
            </a:extLst>
          </p:cNvPr>
          <p:cNvSpPr txBox="1"/>
          <p:nvPr/>
        </p:nvSpPr>
        <p:spPr>
          <a:xfrm>
            <a:off x="43274" y="840077"/>
            <a:ext cx="12010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b="1" dirty="0"/>
              <a:t>매출</a:t>
            </a:r>
            <a:endParaRPr lang="en-US" altLang="ko-KR" b="1" dirty="0"/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(1) 2026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마감 매출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(26/08/05(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및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예상 매출 요약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ko-KR" altLang="en-US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ㄱ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7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월 마감 매출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(8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월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5(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수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): 16.08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억              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17.84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(7/30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▶</a:t>
            </a:r>
            <a:r>
              <a:rPr lang="en-US" altLang="ko-KR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16.08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(1.76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감소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ko-KR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* 국내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해외 </a:t>
            </a:r>
            <a:r>
              <a:rPr lang="ko-KR" alt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덴탈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에스테틱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마감 완료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국내 </a:t>
            </a:r>
            <a:r>
              <a:rPr lang="ko-KR" alt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메디칼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마감 안되 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7/30 </a:t>
            </a:r>
            <a:r>
              <a:rPr lang="ko-KR" alt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가마감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숫자로 기입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16.05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신규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0.3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ㄴ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 8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차 예상매출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(8/5(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수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): 16.44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억            </a:t>
            </a:r>
            <a:r>
              <a:rPr lang="en-US" altLang="ko-KR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13.98</a:t>
            </a:r>
            <a:r>
              <a:rPr lang="ko-KR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(7/30 </a:t>
            </a:r>
            <a:r>
              <a:rPr lang="ko-KR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▶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16.44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억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(2.46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억 증가</a:t>
            </a: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   -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15.30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신규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: 1.13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슬라이드 번호 개체 틀 14">
            <a:extLst>
              <a:ext uri="{FF2B5EF4-FFF2-40B4-BE49-F238E27FC236}">
                <a16:creationId xmlns:a16="http://schemas.microsoft.com/office/drawing/2014/main" id="{90FE8DB7-8942-44FD-BE4C-64A8ED5A81C0}"/>
              </a:ext>
            </a:extLst>
          </p:cNvPr>
          <p:cNvSpPr txBox="1">
            <a:spLocks/>
          </p:cNvSpPr>
          <p:nvPr/>
        </p:nvSpPr>
        <p:spPr>
          <a:xfrm>
            <a:off x="11822097" y="6468351"/>
            <a:ext cx="332913" cy="27560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71" algn="ctr" defTabSz="799003">
              <a:spcBef>
                <a:spcPts val="21"/>
              </a:spcBef>
              <a:defRPr/>
            </a:pPr>
            <a:fld id="{81D60167-4931-47E6-BA6A-407CBD079E47}" type="slidenum">
              <a:rPr lang="en-US" altLang="ko-KR" sz="1748" spc="12" smtClean="0">
                <a:solidFill>
                  <a:srgbClr val="414042"/>
                </a:solidFill>
                <a:latin typeface="Arial Narrow"/>
                <a:ea typeface="맑은 고딕" panose="020B0503020000020004" pitchFamily="50" charset="-127"/>
              </a:rPr>
              <a:pPr marL="10571" algn="ctr" defTabSz="799003">
                <a:spcBef>
                  <a:spcPts val="21"/>
                </a:spcBef>
                <a:defRPr/>
              </a:pPr>
              <a:t>3</a:t>
            </a:fld>
            <a:endParaRPr lang="en-US" altLang="ko-KR" sz="1748" spc="12" dirty="0">
              <a:solidFill>
                <a:srgbClr val="414042"/>
              </a:solidFill>
              <a:latin typeface="Arial Narrow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539B1-3939-4A33-B271-CF349B06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56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0CD709-8FF2-4DD7-933C-59DF29F07226}"/>
              </a:ext>
            </a:extLst>
          </p:cNvPr>
          <p:cNvSpPr/>
          <p:nvPr/>
        </p:nvSpPr>
        <p:spPr>
          <a:xfrm>
            <a:off x="53834" y="132821"/>
            <a:ext cx="10935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실적 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5A531-A592-4708-9138-2D22C94CA09F}"/>
              </a:ext>
            </a:extLst>
          </p:cNvPr>
          <p:cNvSpPr txBox="1"/>
          <p:nvPr/>
        </p:nvSpPr>
        <p:spPr>
          <a:xfrm>
            <a:off x="37324" y="840077"/>
            <a:ext cx="120106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b="1" dirty="0"/>
              <a:t>매출</a:t>
            </a:r>
            <a:endParaRPr lang="en-US" altLang="ko-KR" b="1" dirty="0"/>
          </a:p>
          <a:p>
            <a:r>
              <a:rPr lang="en-US" altLang="ko-KR" b="1" dirty="0"/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(1) 2026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마감 매출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(26/08/05(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및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차 예상 매출 요약</a:t>
            </a:r>
            <a:endParaRPr lang="en-US" altLang="ko-KR" b="1" dirty="0"/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- 7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가마감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17.84</a:t>
            </a:r>
            <a:r>
              <a:rPr lang="ko-KR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(7/30 </a:t>
            </a:r>
            <a:r>
              <a:rPr lang="ko-KR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▶</a:t>
            </a:r>
            <a:r>
              <a:rPr lang="en-US" altLang="ko-KR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16.22</a:t>
            </a:r>
            <a:r>
              <a:rPr lang="ko-KR" alt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(1.62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감소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ko-KR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▶</a:t>
            </a:r>
            <a:r>
              <a:rPr lang="en-US" altLang="ko-KR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국내 </a:t>
            </a:r>
            <a:r>
              <a:rPr lang="ko-KR" altLang="en-US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덴탈</a:t>
            </a:r>
            <a:r>
              <a: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0.13</a:t>
            </a:r>
            <a:r>
              <a:rPr lang="ko-KR" altLang="en-US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억 소폭 증가 </a:t>
            </a:r>
            <a:endParaRPr lang="en-US" altLang="ko-KR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해외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덴탈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1.75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 감소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짐비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이월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1.67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- 8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예상 매출 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13.98</a:t>
            </a:r>
            <a:r>
              <a:rPr lang="ko-KR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(7/30 </a:t>
            </a:r>
            <a:r>
              <a:rPr lang="ko-KR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기준</a:t>
            </a:r>
            <a:r>
              <a:rPr lang="en-US" altLang="ko-KR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▶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16.60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cs typeface="Arial" panose="020B0604020202020204" pitchFamily="34" charset="0"/>
              </a:rPr>
              <a:t>억</a:t>
            </a:r>
            <a:r>
              <a:rPr lang="en-US" altLang="ko-KR" dirty="0">
                <a:latin typeface="맑은 고딕" panose="020B0503020000020004" pitchFamily="50" charset="-127"/>
                <a:cs typeface="Arial" panose="020B0604020202020204" pitchFamily="34" charset="0"/>
              </a:rPr>
              <a:t>(2.62</a:t>
            </a:r>
            <a:r>
              <a:rPr lang="ko-KR" altLang="en-US" dirty="0">
                <a:latin typeface="맑은 고딕" panose="020B0503020000020004" pitchFamily="50" charset="-127"/>
                <a:cs typeface="Arial" panose="020B0604020202020204" pitchFamily="34" charset="0"/>
              </a:rPr>
              <a:t>억 증가</a:t>
            </a:r>
            <a:r>
              <a:rPr lang="en-US" altLang="ko-KR" dirty="0">
                <a:latin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  <a:p>
            <a:r>
              <a:rPr lang="en-US" altLang="ko-KR" dirty="0">
                <a:latin typeface="맑은 고딕" panose="020B0503020000020004" pitchFamily="50" charset="-127"/>
                <a:cs typeface="Arial" panose="020B0604020202020204" pitchFamily="34" charset="0"/>
              </a:rPr>
              <a:t> 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해외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덴탈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2.1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증가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짐비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월 이월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1.67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메드파크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알로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dirty="0">
                <a:latin typeface="맑은 고딕" panose="020B0503020000020004" pitchFamily="50" charset="-127"/>
                <a:cs typeface="Arial" panose="020B0604020202020204" pitchFamily="34" charset="0"/>
              </a:rPr>
              <a:t>  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해외 메디컬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억 증가 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멕시코꺼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확인</a:t>
            </a:r>
            <a:endParaRPr lang="en-US" altLang="ko-KR" dirty="0">
              <a:solidFill>
                <a:srgbClr val="FF0000"/>
              </a:solidFill>
              <a:latin typeface="맑은 고딕" panose="020B0503020000020004" pitchFamily="50" charset="-127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슬라이드 번호 개체 틀 14">
            <a:extLst>
              <a:ext uri="{FF2B5EF4-FFF2-40B4-BE49-F238E27FC236}">
                <a16:creationId xmlns:a16="http://schemas.microsoft.com/office/drawing/2014/main" id="{90FE8DB7-8942-44FD-BE4C-64A8ED5A81C0}"/>
              </a:ext>
            </a:extLst>
          </p:cNvPr>
          <p:cNvSpPr txBox="1">
            <a:spLocks/>
          </p:cNvSpPr>
          <p:nvPr/>
        </p:nvSpPr>
        <p:spPr>
          <a:xfrm>
            <a:off x="11822097" y="6468351"/>
            <a:ext cx="332913" cy="27560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71" algn="ctr" defTabSz="799003">
              <a:spcBef>
                <a:spcPts val="21"/>
              </a:spcBef>
              <a:defRPr/>
            </a:pPr>
            <a:fld id="{81D60167-4931-47E6-BA6A-407CBD079E47}" type="slidenum">
              <a:rPr lang="en-US" altLang="ko-KR" sz="1748" spc="12" smtClean="0">
                <a:solidFill>
                  <a:srgbClr val="414042"/>
                </a:solidFill>
                <a:latin typeface="Arial Narrow"/>
                <a:ea typeface="맑은 고딕" panose="020B0503020000020004" pitchFamily="50" charset="-127"/>
              </a:rPr>
              <a:pPr marL="10571" algn="ctr" defTabSz="799003">
                <a:spcBef>
                  <a:spcPts val="21"/>
                </a:spcBef>
                <a:defRPr/>
              </a:pPr>
              <a:t>4</a:t>
            </a:fld>
            <a:endParaRPr lang="en-US" altLang="ko-KR" sz="1748" spc="12" dirty="0">
              <a:solidFill>
                <a:srgbClr val="414042"/>
              </a:solidFill>
              <a:latin typeface="Arial Narrow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0739D-D106-493E-97A2-CE9F808E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19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0CD709-8FF2-4DD7-933C-59DF29F07226}"/>
              </a:ext>
            </a:extLst>
          </p:cNvPr>
          <p:cNvSpPr/>
          <p:nvPr/>
        </p:nvSpPr>
        <p:spPr>
          <a:xfrm>
            <a:off x="53834" y="132821"/>
            <a:ext cx="10935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1.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실적 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74076E-6CB8-4E58-8D8D-5FFC3E1A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9245" y="6356349"/>
            <a:ext cx="2743200" cy="365125"/>
          </a:xfrm>
        </p:spPr>
        <p:txBody>
          <a:bodyPr/>
          <a:lstStyle/>
          <a:p>
            <a:fld id="{64037498-15A7-47C9-85AD-F0E3412A83EA}" type="slidenum">
              <a:rPr lang="ko-KR" altLang="en-US" sz="1400" b="1" smtClean="0">
                <a:solidFill>
                  <a:schemeClr val="tx1"/>
                </a:solidFill>
              </a:rPr>
              <a:t>5</a:t>
            </a:fld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5A531-A592-4708-9138-2D22C94CA09F}"/>
              </a:ext>
            </a:extLst>
          </p:cNvPr>
          <p:cNvSpPr txBox="1"/>
          <p:nvPr/>
        </p:nvSpPr>
        <p:spPr>
          <a:xfrm>
            <a:off x="0" y="894869"/>
            <a:ext cx="54591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b="1" dirty="0"/>
              <a:t>매출</a:t>
            </a:r>
            <a:endParaRPr lang="en-US" altLang="ko-KR" b="1" dirty="0"/>
          </a:p>
          <a:p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매출 </a:t>
            </a:r>
            <a:r>
              <a:rPr lang="ko-KR" alt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분석및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백업플랜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추가매출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ko-KR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ko-KR" alt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ㄱ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매출 분석</a:t>
            </a:r>
            <a:endParaRPr lang="en-US" altLang="ko-KR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  - 7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월 마감 매출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: 16.22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억으로 목표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 대비 </a:t>
            </a:r>
            <a:r>
              <a:rPr lang="en-US" altLang="ko-KR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3.78</a:t>
            </a:r>
            <a:r>
              <a:rPr lang="ko-KR" altLang="en-US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 부족</a:t>
            </a:r>
            <a:endParaRPr lang="en-US" altLang="ko-KR" sz="1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  - 8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차 예상매출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: 16.60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억으로 목표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 대비 </a:t>
            </a:r>
            <a:r>
              <a:rPr lang="en-US" altLang="ko-KR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</a:t>
            </a:r>
            <a:r>
              <a:rPr lang="ko-KR" altLang="en-US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 부족</a:t>
            </a:r>
            <a:endParaRPr lang="en-US" altLang="ko-KR" sz="1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하반기 누적 </a:t>
            </a:r>
            <a:r>
              <a:rPr lang="en-US" altLang="ko-KR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7.18</a:t>
            </a:r>
            <a:r>
              <a:rPr lang="ko-KR" altLang="en-US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 부족 매우 심각한 상황</a:t>
            </a:r>
            <a:r>
              <a:rPr lang="en-US" altLang="ko-KR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en-US" sz="1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백업플랜 시급</a:t>
            </a:r>
            <a:endParaRPr lang="en-US" altLang="ko-KR" sz="1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D2CACC-EE0D-4D3A-8C6C-1A9B68EF7DE4}"/>
              </a:ext>
            </a:extLst>
          </p:cNvPr>
          <p:cNvSpPr/>
          <p:nvPr/>
        </p:nvSpPr>
        <p:spPr>
          <a:xfrm>
            <a:off x="5562600" y="944337"/>
            <a:ext cx="6096000" cy="12464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ㄴ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백업 플랜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추가매출</a:t>
            </a:r>
            <a:r>
              <a:rPr lang="en-US" altLang="ko-KR" sz="15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ko-KR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- </a:t>
            </a:r>
            <a:r>
              <a:rPr lang="en-US" altLang="ko-KR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ko-KR" altLang="en-US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차예상매출 </a:t>
            </a:r>
            <a:r>
              <a:rPr lang="en-US" altLang="ko-KR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16.60</a:t>
            </a:r>
            <a:r>
              <a:rPr lang="ko-KR" altLang="en-US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억에서 백업플랜 포함 최대 약 </a:t>
            </a:r>
            <a:r>
              <a:rPr lang="en-US" altLang="ko-KR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24.11</a:t>
            </a:r>
            <a:r>
              <a:rPr lang="ko-KR" altLang="en-US" sz="15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억 추진</a:t>
            </a:r>
            <a:r>
              <a:rPr lang="ko-KR" altLang="en-U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5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덴탈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국내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0.39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 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해외 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7.12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억</a:t>
            </a:r>
            <a:endParaRPr lang="en-US" altLang="ko-K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  - </a:t>
            </a:r>
            <a:r>
              <a:rPr lang="ko-KR" alt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에스테틱</a:t>
            </a:r>
            <a:r>
              <a:rPr lang="en-US" altLang="ko-KR" sz="1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500" dirty="0">
                <a:latin typeface="Arial" panose="020B0604020202020204" pitchFamily="34" charset="0"/>
                <a:cs typeface="Arial" panose="020B0604020202020204" pitchFamily="34" charset="0"/>
              </a:rPr>
              <a:t>별도 백업플랜 없는 상황으로 추가논의 필요</a:t>
            </a:r>
            <a:endParaRPr lang="en-US" altLang="ko-K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※ </a:t>
            </a:r>
            <a:r>
              <a:rPr lang="ko-KR" altLang="en-U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상세내용 별첨</a:t>
            </a:r>
            <a:endParaRPr lang="ko-KR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49492-D7B5-49E0-B745-5CA4C34F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533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6969</Words>
  <Application>Microsoft Office PowerPoint</Application>
  <PresentationFormat>와이드스크린</PresentationFormat>
  <Paragraphs>940</Paragraphs>
  <Slides>60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MedPark</dc:creator>
  <cp:lastModifiedBy>게스트 사용자</cp:lastModifiedBy>
  <cp:revision>314</cp:revision>
  <cp:lastPrinted>2026-08-06T07:48:47Z</cp:lastPrinted>
  <dcterms:created xsi:type="dcterms:W3CDTF">2026-02-06T06:58:46Z</dcterms:created>
  <dcterms:modified xsi:type="dcterms:W3CDTF">2026-09-09T05:13:55Z</dcterms:modified>
</cp:coreProperties>
</file>